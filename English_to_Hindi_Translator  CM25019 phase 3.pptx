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1919"/>
                </a:solidFill>
                <a:latin typeface="Times New Roman"/>
              </a:defRPr>
            </a:pPr>
            <a:r>
              <a:t>Experiential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1919"/>
                </a:solidFill>
                <a:latin typeface="Times New Roman"/>
              </a:defRPr>
            </a:pPr>
            <a:r>
              <a:t>Project Assessment-I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Times New Roman"/>
              </a:defRPr>
            </a:pPr>
            <a: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33A91"/>
                </a:solidFill>
                <a:latin typeface="Times New Roman"/>
              </a:defRPr>
            </a:pPr>
            <a:r>
              <a:t>“ English to Hindi Translator 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3A91"/>
                </a:solidFill>
                <a:latin typeface="Times New Roman"/>
              </a:defRPr>
            </a:pPr>
            <a:r>
              <a:t>under the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3A91"/>
                </a:solidFill>
                <a:latin typeface="Times New Roman"/>
              </a:defRPr>
            </a:pPr>
            <a:r>
              <a:t>Python Programming Language (N-PCCCM304P)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54680"/>
            <a:ext cx="2880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Presented By</a:t>
            </a:r>
          </a:p>
          <a:p>
            <a:pPr>
              <a:defRPr sz="1300" b="1">
                <a:latin typeface="Times New Roman"/>
              </a:defRPr>
            </a:pPr>
            <a:r>
              <a:t>HIMANSHU SHRIDHAR WAGHAYE</a:t>
            </a:r>
          </a:p>
          <a:p>
            <a:pPr>
              <a:defRPr sz="1300" b="1">
                <a:latin typeface="Times New Roman"/>
              </a:defRPr>
            </a:pPr>
            <a:r>
              <a:t>USN: CM25019</a:t>
            </a:r>
          </a:p>
        </p:txBody>
      </p:sp>
      <p:pic>
        <p:nvPicPr>
          <p:cNvPr id="12" name="Picture 11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3063240"/>
            <a:ext cx="123444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83475" y="3154680"/>
            <a:ext cx="2131930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rPr dirty="0"/>
              <a:t>Under the Guidance</a:t>
            </a:r>
          </a:p>
          <a:p>
            <a:pPr algn="ctr">
              <a:defRPr sz="1200" b="1">
                <a:latin typeface="Times New Roman"/>
              </a:defRPr>
            </a:pPr>
            <a:r>
              <a:rPr dirty="0"/>
              <a:t>of</a:t>
            </a:r>
          </a:p>
          <a:p>
            <a:r>
              <a:rPr dirty="0"/>
              <a:t>Mrs. </a:t>
            </a:r>
            <a:r>
              <a:rPr lang="en-IN" dirty="0"/>
              <a:t>Suchita </a:t>
            </a:r>
            <a:r>
              <a:rPr lang="en-IN" dirty="0" err="1"/>
              <a:t>Mesakar</a:t>
            </a:r>
            <a:endParaRPr lang="en-IN" dirty="0"/>
          </a:p>
          <a:p>
            <a:br>
              <a:rPr lang="en-IN" dirty="0"/>
            </a:b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280160" y="461772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Times New Roman"/>
              </a:defRPr>
            </a:pPr>
            <a:r>
              <a:t>Session: 2026-27 (ODD)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109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latin typeface="Times New Roman"/>
              </a:defRPr>
            </a:pPr>
            <a:r>
              <a:t>Department of CSE(AI&amp;ML)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t>S. B. JAIN INSTITUTE OF TECHNOLOGY MANAGEMENT AND</a:t>
            </a:r>
            <a:br/>
            <a:r>
              <a:t>RESEARCH,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1430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41448" y="12252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5087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Understanding the translation problem and expected input/output.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161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03120" y="19019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1911095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1945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Goals and learning outcomes of the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9019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5146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03120" y="25877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41448" y="25968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28803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Step-by-step logic and approach to translate English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5877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2004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03120" y="3273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41448" y="32826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Flowchart and Python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5661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Visual representation and Python concepts used.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2735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38862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03120" y="3959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41448" y="39684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Pseudocode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2519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Language-independent logic of the translator.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9593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45720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03120" y="4645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41448" y="46542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Working / Sample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49377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Example input, processing and Hindi output.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6451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52578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03120" y="53309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41448" y="53400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1408" y="56235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Repository creation, uploading code and meaningful commits.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3309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57200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25296"/>
            <a:ext cx="4005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Project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08760"/>
            <a:ext cx="435254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The project aims to create a Python application that accepts English words, sentences or short paragraphs and translates them into Hindi using a predefined dictionary or a translation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46120"/>
            <a:ext cx="4572000" cy="14173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33192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328415"/>
            <a:ext cx="4005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611879"/>
            <a:ext cx="4352544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English text entered by the user.</a:t>
            </a:r>
            <a:br/>
            <a:r>
              <a:t>Example: “Good morning, how are you?”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143000"/>
            <a:ext cx="3429000" cy="14173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35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41848" y="1225296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1508760"/>
            <a:ext cx="3209544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Validate input → identify translation method → process text → handle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788920"/>
            <a:ext cx="3429000" cy="1874519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03520" y="28620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41848" y="2871215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154679"/>
            <a:ext cx="320954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Hindi translation is displayed clearly and accurately.</a:t>
            </a:r>
            <a:br/>
            <a:br/>
            <a:r>
              <a:t>Example:</a:t>
            </a:r>
            <a:br/>
            <a:r>
              <a:t>“सुप्रभात, आप कैसे हैं?”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4892040"/>
            <a:ext cx="3429000" cy="6858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03520" y="49651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41848" y="4974336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Key Requirement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5257800"/>
            <a:ext cx="320954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Times New Roman"/>
              </a:defRPr>
            </a:pPr>
            <a:r>
              <a:t>Simple, user-friendly interface + Python concepts + API usage + exception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143000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8620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24528" y="1225296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1508760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Learn how a translator accepts source text and produces target-language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984248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86200" y="2057400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4528" y="2066543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2350008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Convert English words, sentences or paragraphs into Hindi.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825496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86200" y="2898648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24528" y="2907791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Apply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3191256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Use strings, dictionaries, functions, conditions and loops.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666744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86200" y="3739896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3749039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Use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4032504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Understand how a translation API can extend the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143000"/>
            <a:ext cx="3063240" cy="4709160"/>
          </a:xfrm>
          <a:prstGeom prst="rect">
            <a:avLst/>
          </a:prstGeom>
          <a:solidFill>
            <a:srgbClr val="E2F2FA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43000" y="18288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19933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EN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" y="27432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29077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36576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3822191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423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76F97"/>
                </a:solidFill>
                <a:latin typeface="Times New Roman"/>
              </a:defRPr>
            </a:pPr>
            <a:r>
              <a:t>English → Translation → Hindi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124712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20" y="1197864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207008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490472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Take English text as input.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892807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3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874519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" y="19476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7048" y="1956815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240279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Check whether the input is empty or valid.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642615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72491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2624327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" y="2697479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27048" y="2706623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2990087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Select a predefined dictionary or translation API.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392424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374136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88720" y="3447288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27048" y="3456432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3739896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Process the English text and obtain Hindi translation.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4142231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7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123944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8720" y="4197096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27048" y="4206240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7" y="4489704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Handle missing translation, network or API errors.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892040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9743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873752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88720" y="4946904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27048" y="4956048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7" y="5239512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Display the original text and final Hindi output.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57400" y="5715000"/>
            <a:ext cx="5029200" cy="4114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48840" y="5788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87168" y="5797296"/>
            <a:ext cx="44622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1919"/>
                </a:solidFill>
                <a:latin typeface="Times New Roman"/>
              </a:defRPr>
            </a:pPr>
            <a:r>
              <a:t>Main Idea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7128" y="6080760"/>
            <a:ext cx="4809744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191919"/>
                </a:solidFill>
                <a:latin typeface="Times New Roman"/>
              </a:defRPr>
            </a:pPr>
            <a:r>
              <a:t>INPUT → PROCESS → TRANSLATE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Flowchart and 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051560"/>
            <a:ext cx="155448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23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60" y="116128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737360"/>
            <a:ext cx="347472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57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18470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Enter English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5087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4231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B4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25328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Is input empty?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1945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3108960"/>
            <a:ext cx="347472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32186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Choose Dictionary /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8803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40" y="37947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5C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39044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Translate 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5661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34640" y="44805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5C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45902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Display Hindi Output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42519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94760" y="5166360"/>
            <a:ext cx="155448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23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60" y="527608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49377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1143000"/>
            <a:ext cx="242316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122529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Python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08760"/>
            <a:ext cx="220370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Strings</a:t>
            </a:r>
            <a:br/>
            <a:r>
              <a:t>Dictionaries</a:t>
            </a:r>
            <a:br/>
            <a:r>
              <a:t>Functions</a:t>
            </a:r>
            <a:br/>
            <a:r>
              <a:t>If–elif conditions</a:t>
            </a:r>
            <a:br/>
            <a:r>
              <a:t>Loops</a:t>
            </a:r>
            <a:br/>
            <a:r>
              <a:t>input() / print()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143000"/>
            <a:ext cx="224028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0568" y="1225296"/>
            <a:ext cx="1673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Error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1508760"/>
            <a:ext cx="202082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Empty input</a:t>
            </a:r>
            <a:br/>
            <a:r>
              <a:t>Unknown word</a:t>
            </a:r>
            <a:br/>
            <a:r>
              <a:t>API failure</a:t>
            </a:r>
            <a:br/>
            <a:r>
              <a:t>Network problem</a:t>
            </a:r>
            <a:br/>
            <a:r>
              <a:t>Invalid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Pseudocode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394960" cy="484632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5120640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Consolas"/>
              </a:defRPr>
            </a:pPr>
            <a:r>
              <a:t>START</a:t>
            </a:r>
            <a:br/>
            <a:r>
              <a:t>INPUT english_text</a:t>
            </a:r>
            <a:br/>
            <a:br/>
            <a:r>
              <a:t>IF english_text is empty</a:t>
            </a:r>
            <a:br/>
            <a:r>
              <a:t>    DISPLAY "Please enter text"</a:t>
            </a:r>
            <a:br/>
            <a:r>
              <a:t>ELSE</a:t>
            </a:r>
            <a:br/>
            <a:r>
              <a:t>    SELECT dictionary or API</a:t>
            </a:r>
            <a:br/>
            <a:br/>
            <a:r>
              <a:t>    TRANSLATE english_text</a:t>
            </a:r>
            <a:br/>
            <a:br/>
            <a:r>
              <a:t>    IF translation fails</a:t>
            </a:r>
            <a:br/>
            <a:r>
              <a:t>        DISPLAY error message</a:t>
            </a:r>
            <a:br/>
            <a:r>
              <a:t>    ELSE</a:t>
            </a:r>
            <a:br/>
            <a:r>
              <a:t>        DISPLAY English text</a:t>
            </a:r>
            <a:br/>
            <a:r>
              <a:t>        DISPLAY Hindi translation</a:t>
            </a:r>
            <a:br/>
            <a:br/>
            <a: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331720" cy="105156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640" y="13990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40817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691640"/>
            <a:ext cx="2112263" cy="612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English: Good morning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2331720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3640" y="27706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77977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3063240"/>
            <a:ext cx="211226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Find or request the corresponding Hindi translation.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51960"/>
            <a:ext cx="2331720" cy="105156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63640" y="432511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33425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617720"/>
            <a:ext cx="2112263" cy="612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Hindi: सुप्रभात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Understanding of 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Strings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Used to store and manipulate the English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Dictionary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087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Stores fixed word mappings such as {"hello": "नमस्ते"}.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816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8254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1089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Separate input, translation and output into reusable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7432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2816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8254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If–Elif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1089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Checks empty input, method selection and result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4256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Loops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7091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Can process words one by one for dictionary-based translation.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3434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59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6088" y="44256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Exception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7091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try/except prevents API or network errors from crashing the program.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Working / Sample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166360" cy="45262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489204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Consolas"/>
              </a:defRPr>
            </a:pPr>
            <a:r>
              <a:t>translations = {</a:t>
            </a:r>
            <a:br/>
            <a:r>
              <a:t>    "hello": "नमस्ते",</a:t>
            </a:r>
            <a:br/>
            <a:r>
              <a:t>    "good morning": "सुप्रभात",</a:t>
            </a:r>
            <a:br/>
            <a:r>
              <a:t>    "thank you": "धन्यवाद",</a:t>
            </a:r>
            <a:br/>
            <a:r>
              <a:t>    "book": "किताब"</a:t>
            </a:r>
            <a:br/>
            <a:r>
              <a:t>}</a:t>
            </a:r>
            <a:br/>
            <a:br/>
            <a:r>
              <a:t>text = input("Enter English text: ")</a:t>
            </a:r>
            <a:br/>
            <a:r>
              <a:t>text = text.strip().lower()</a:t>
            </a:r>
            <a:br/>
            <a:br/>
            <a:r>
              <a:t>if not text:</a:t>
            </a:r>
            <a:br/>
            <a:r>
              <a:t>    print("Please enter some text.")</a:t>
            </a:r>
            <a:br/>
            <a:r>
              <a:t>elif text in translations:</a:t>
            </a:r>
            <a:br/>
            <a:r>
              <a:t>    print("Hindi:", translations[text])</a:t>
            </a:r>
            <a:br/>
            <a:r>
              <a:t>else:</a:t>
            </a:r>
            <a:br/>
            <a:r>
              <a:t>    print("Translation not found.")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34440"/>
            <a:ext cx="2423160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7220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31673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600200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191919"/>
                </a:solidFill>
                <a:latin typeface="Times New Roman"/>
              </a:defRPr>
            </a:pPr>
            <a:r>
              <a:t>Good morning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2331720"/>
            <a:ext cx="0" cy="41148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60" y="2788920"/>
            <a:ext cx="2423160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72200" y="28620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871215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154679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Dictionary lookup or API translation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886200"/>
            <a:ext cx="0" cy="41148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80760" y="4343400"/>
            <a:ext cx="2423160" cy="109728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200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442569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709160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191919"/>
                </a:solidFill>
                <a:latin typeface="Times New Roman"/>
              </a:defRPr>
            </a:pPr>
            <a:r>
              <a:t>सुप्रभात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673F1-F4C8-3202-AD0D-C37C7CEBA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AEB44-AEA2-56BD-4DB6-49F14BED051E}"/>
              </a:ext>
            </a:extLst>
          </p:cNvPr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9DBCCF-F501-766C-5D6A-76C033EB97E4}"/>
              </a:ext>
            </a:extLst>
          </p:cNvPr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760A4-9245-9820-0F8C-5AEA806F4109}"/>
              </a:ext>
            </a:extLst>
          </p:cNvPr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70A80A-815D-D90C-7C02-07ABD1D16C06}"/>
              </a:ext>
            </a:extLst>
          </p:cNvPr>
          <p:cNvSpPr txBox="1"/>
          <p:nvPr/>
        </p:nvSpPr>
        <p:spPr>
          <a:xfrm>
            <a:off x="164592" y="237744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rPr lang="en-US" sz="2500" dirty="0"/>
              <a:t>O</a:t>
            </a:r>
            <a:r>
              <a:rPr lang="en-IN" sz="2500" dirty="0" err="1"/>
              <a:t>utput</a:t>
            </a:r>
            <a:r>
              <a:rPr lang="en-IN" sz="2500" dirty="0"/>
              <a:t> screenshot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6A63D4-5195-F2E7-56C7-315E07A69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0" t="919" b="5604"/>
          <a:stretch>
            <a:fillRect/>
          </a:stretch>
        </p:blipFill>
        <p:spPr>
          <a:xfrm>
            <a:off x="329184" y="904568"/>
            <a:ext cx="8814816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9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rPr dirty="0"/>
              <a:t>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Create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Sign up or use an existing GitHub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Create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0876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Create a repository named english-to-hindi-translator.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6334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64261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Upload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926079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Push the Python files and required project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56032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26334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64261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Add README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926079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Document the problem, features, setup and example output.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39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050791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05993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Meaningful Commits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34340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Use clear commit messages while developing.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977639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59" y="4050791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6088" y="405993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Repository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34340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Copy the repository URL for submission.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5486400"/>
            <a:ext cx="5212080" cy="5029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057400" y="5559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95728" y="5568696"/>
            <a:ext cx="4645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  <a:latin typeface="Times New Roman"/>
              </a:defRPr>
            </a:pPr>
            <a:r>
              <a:t>Suggested 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5852160"/>
            <a:ext cx="4992624" cy="64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english-to-hindi-translator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560320" cy="34290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Learning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The project connects Python fundamentals with a practical language-processing problem and demonstrates how text can be accepted, processed and translated.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560320" cy="342900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8328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Practical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An English-to-Hindi translator can help users understand common English words and sentences in Hindi.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234440"/>
            <a:ext cx="2560320" cy="34290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7220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GUI using Tkinter</a:t>
            </a:r>
            <a:br/>
            <a:r>
              <a:t>Voice input/output</a:t>
            </a:r>
            <a:br/>
            <a:r>
              <a:t>More Indian languages</a:t>
            </a:r>
            <a:br/>
            <a:r>
              <a:t>Translation history</a:t>
            </a:r>
            <a:br/>
            <a:r>
              <a:t>Larger API support</a:t>
            </a:r>
            <a:br/>
            <a:r>
              <a:t>Improved error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4983480"/>
            <a:ext cx="5212080" cy="7772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0566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95728" y="5065776"/>
            <a:ext cx="4645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Times New Roman"/>
              </a:defRPr>
            </a:pPr>
            <a:r>
              <a:t>Final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5349240"/>
            <a:ext cx="4992624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A simple Python project can be extended into a useful multilingual application.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3A91"/>
                </a:solidFill>
                <a:latin typeface="Times New Roman"/>
              </a:defRPr>
            </a:pPr>
            <a:r>
              <a:t>“Thank You”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576F97"/>
                </a:solidFill>
                <a:latin typeface="Times New Roman"/>
              </a:defRPr>
            </a:pPr>
            <a:r>
              <a:t>English to Hindi Translator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latin typeface="Times New Roman"/>
              </a:defRPr>
            </a:pPr>
            <a:r>
              <a:t>HIMANSHU SHRIDHAR WAGHAYE</a:t>
            </a:r>
            <a:br/>
            <a:r>
              <a:t>CM25019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1025</Words>
  <Application>Microsoft Office PowerPoint</Application>
  <PresentationFormat>On-screen Show (4:3)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Waghaye</cp:lastModifiedBy>
  <cp:revision>5</cp:revision>
  <dcterms:created xsi:type="dcterms:W3CDTF">2013-01-27T09:14:16Z</dcterms:created>
  <dcterms:modified xsi:type="dcterms:W3CDTF">2026-10-13T11:22:09Z</dcterms:modified>
  <cp:category/>
</cp:coreProperties>
</file>